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2000"/>
  <p:notesSz cx="6858000" cy="9144000"/>
  <p:embeddedFontLst>
    <p:embeddedFont>
      <p:font typeface="Century Gothic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38" roundtripDataSignature="AMtx7mjMiRbu5z2ZOlZnTsb2WQytxl0s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CenturyGothic-bold.fntdata"/><Relationship Id="rId12" Type="http://schemas.openxmlformats.org/officeDocument/2006/relationships/slide" Target="slides/slide7.xml"/><Relationship Id="rId34" Type="http://schemas.openxmlformats.org/officeDocument/2006/relationships/font" Target="fonts/CenturyGothic-regular.fntdata"/><Relationship Id="rId15" Type="http://schemas.openxmlformats.org/officeDocument/2006/relationships/slide" Target="slides/slide10.xml"/><Relationship Id="rId37" Type="http://schemas.openxmlformats.org/officeDocument/2006/relationships/font" Target="fonts/CenturyGothic-boldItalic.fntdata"/><Relationship Id="rId14" Type="http://schemas.openxmlformats.org/officeDocument/2006/relationships/slide" Target="slides/slide9.xml"/><Relationship Id="rId36" Type="http://schemas.openxmlformats.org/officeDocument/2006/relationships/font" Target="fonts/CenturyGothic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8007d6794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g38007d67945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8a906612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" name="Google Shape;45;g38a906612c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a906612c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g38a906612cb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a95c90f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8a95c90f4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a95c90f4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8a95c90f4a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0e0de99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80e0de995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a95c90f4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8a95c90f4a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0e0de995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80e0de995e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1149ad2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81149ad23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14cd36c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814cd36cc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14cd36cc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g3814cd36cce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14cd36cc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814cd36cce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814cd36cc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g3814cd36cce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814cd36cc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g3814cd36cce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650f276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g36650f2764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83dcbd80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g383dcbd80d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8466528e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g38466528e3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8bc8cd5ef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g38bc8cd5eff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8bc8cd5ef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g38bc8cd5eff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8bc8cd5ef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1" name="Google Shape;311;g38bc8cd5eff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8bc8cd5ef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g38bc8cd5eff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8bc8cd5ef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g38bc8cd5eff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85f0bfe9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g385f0bfe91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85f0bfe91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g385f0bfe91f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85f0bfe91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1" name="Google Shape;381;g385f0bfe91f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85f0bfe91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5" name="Google Shape;395;g385f0bfe91f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/>
          <p:nvPr>
            <p:ph type="title"/>
          </p:nvPr>
        </p:nvSpPr>
        <p:spPr>
          <a:xfrm>
            <a:off x="1096963" y="285750"/>
            <a:ext cx="10058400" cy="145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10118725" y="6481762"/>
            <a:ext cx="671512" cy="301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74747"/>
            </a:gs>
            <a:gs pos="60000">
              <a:srgbClr val="626262"/>
            </a:gs>
            <a:gs pos="100000">
              <a:srgbClr val="8C8C8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/>
          <p:nvPr/>
        </p:nvSpPr>
        <p:spPr>
          <a:xfrm>
            <a:off x="9525" y="14287"/>
            <a:ext cx="12172950" cy="6837362"/>
          </a:xfrm>
          <a:prstGeom prst="rtTriangle">
            <a:avLst/>
          </a:prstGeom>
          <a:gradFill>
            <a:gsLst>
              <a:gs pos="0">
                <a:srgbClr val="D2D2D2"/>
              </a:gs>
              <a:gs pos="69999">
                <a:srgbClr val="D2D2D2"/>
              </a:gs>
              <a:gs pos="100000">
                <a:srgbClr val="D2D2D2"/>
              </a:gs>
            </a:gsLst>
            <a:lin ang="798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Google Shape;7;p7"/>
          <p:cNvCxnSpPr/>
          <p:nvPr/>
        </p:nvCxnSpPr>
        <p:spPr>
          <a:xfrm>
            <a:off x="0" y="6350"/>
            <a:ext cx="12182475" cy="6845300"/>
          </a:xfrm>
          <a:prstGeom prst="straightConnector1">
            <a:avLst/>
          </a:prstGeom>
          <a:noFill/>
          <a:ln cap="rnd" cmpd="sng" w="9525">
            <a:solidFill>
              <a:srgbClr val="BFBFBF">
                <a:alpha val="33725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" name="Google Shape;8;p7"/>
          <p:cNvCxnSpPr/>
          <p:nvPr/>
        </p:nvCxnSpPr>
        <p:spPr>
          <a:xfrm flipH="1">
            <a:off x="8624887" y="4948237"/>
            <a:ext cx="3563937" cy="1900237"/>
          </a:xfrm>
          <a:prstGeom prst="straightConnector1">
            <a:avLst/>
          </a:prstGeom>
          <a:noFill/>
          <a:ln cap="rnd" cmpd="sng" w="9525">
            <a:solidFill>
              <a:srgbClr val="C6C6C6">
                <a:alpha val="4392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" name="Google Shape;9;p7"/>
          <p:cNvSpPr txBox="1"/>
          <p:nvPr>
            <p:ph type="title"/>
          </p:nvPr>
        </p:nvSpPr>
        <p:spPr>
          <a:xfrm>
            <a:off x="609600" y="268287"/>
            <a:ext cx="10972800" cy="1398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FF5C9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FF5C9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FF5C9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FF5C9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FF5C9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FF5C9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FF5C9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FF5C9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FF5C9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" type="body"/>
          </p:nvPr>
        </p:nvSpPr>
        <p:spPr>
          <a:xfrm>
            <a:off x="609600" y="1882775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  <a:defRPr b="0" i="0" sz="3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5444" lvl="1" marL="9144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470"/>
              <a:buFont typeface="Verdana"/>
              <a:buChar char="›"/>
              <a:defRPr b="0" i="0" sz="2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9250" lvl="4" marL="22860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FF90B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8EB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8EB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8EB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8EB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2" type="sldNum"/>
          </p:nvPr>
        </p:nvSpPr>
        <p:spPr>
          <a:xfrm>
            <a:off x="10118725" y="6481762"/>
            <a:ext cx="671512" cy="301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playwright.dev/docs/intro#installing-playwrigh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landingpage.spec.t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playwright.config.t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request.post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"/>
          <p:cNvSpPr txBox="1"/>
          <p:nvPr/>
        </p:nvSpPr>
        <p:spPr>
          <a:xfrm>
            <a:off x="0" y="6318250"/>
            <a:ext cx="121920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1193800" y="1738312"/>
            <a:ext cx="9966325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" name="Google Shape;21;p1"/>
          <p:cNvSpPr txBox="1"/>
          <p:nvPr/>
        </p:nvSpPr>
        <p:spPr>
          <a:xfrm>
            <a:off x="10728325" y="6405562"/>
            <a:ext cx="2174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0" y="6318250"/>
            <a:ext cx="121920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1"/>
          <p:cNvCxnSpPr/>
          <p:nvPr/>
        </p:nvCxnSpPr>
        <p:spPr>
          <a:xfrm>
            <a:off x="1193800" y="1738312"/>
            <a:ext cx="9966325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" name="Google Shape;25;p1"/>
          <p:cNvSpPr txBox="1"/>
          <p:nvPr>
            <p:ph idx="4294967295" type="title"/>
          </p:nvPr>
        </p:nvSpPr>
        <p:spPr>
          <a:xfrm>
            <a:off x="609600" y="285751"/>
            <a:ext cx="11582400" cy="131445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3500"/>
              <a:buFont typeface="Century Gothic"/>
              <a:buNone/>
            </a:pPr>
            <a:r>
              <a:rPr b="1" lang="en-US" sz="5900">
                <a:solidFill>
                  <a:srgbClr val="FF599C"/>
                </a:solidFill>
              </a:rPr>
              <a:t>Playwright</a:t>
            </a:r>
            <a:endParaRPr sz="6600"/>
          </a:p>
        </p:txBody>
      </p:sp>
      <p:sp>
        <p:nvSpPr>
          <p:cNvPr id="26" name="Google Shape;26;p1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rPr b="1" lang="en-US">
                <a:solidFill>
                  <a:schemeClr val="dk1"/>
                </a:solidFill>
              </a:rPr>
              <a:t>Playwright</a:t>
            </a:r>
            <a:r>
              <a:rPr b="1" i="0" lang="en-US" sz="3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using Typescript for Beginner Tutorial</a:t>
            </a:r>
            <a:endParaRPr b="1" i="0" sz="3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rPr b="1" lang="en-US">
                <a:solidFill>
                  <a:schemeClr val="dk1"/>
                </a:solidFill>
              </a:rPr>
              <a:t>                                                               Surendra Jaganadam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230188" lvl="0" marL="4476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 i="0" sz="30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10815637" y="6405562"/>
            <a:ext cx="1377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8007d67945_0_1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" name="Google Shape;34;g38007d67945_0_1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" name="Google Shape;35;g38007d67945_0_1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g38007d67945_0_1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g38007d67945_0_1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g38007d67945_0_1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" name="Google Shape;39;g38007d67945_0_1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Playwright Installation</a:t>
            </a:r>
            <a:endParaRPr sz="7100"/>
          </a:p>
        </p:txBody>
      </p:sp>
      <p:sp>
        <p:nvSpPr>
          <p:cNvPr id="40" name="Google Shape;40;g38007d67945_0_1"/>
          <p:cNvSpPr txBox="1"/>
          <p:nvPr>
            <p:ph idx="4294967295" type="body"/>
          </p:nvPr>
        </p:nvSpPr>
        <p:spPr>
          <a:xfrm>
            <a:off x="701050" y="1386825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Prerequisite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 Studio - https://code.visualstudio.com/download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JS - https://nodejs.org/en/download/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 to official documentation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rPr lang="en-US" sz="2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https://playwright.dev/docs/intro#installing-playwright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Chromium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open source browser engine developed by Google , Google Chrome, Microsoft Edge &amp; Opera. Playwright will interact with this engine allowing you to test your application as it would behave in these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chromium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based browsers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WebKit : browser engine developed by Apple , for Safari browser on macOS &amp; iOS. You are testing your application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against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this engine simulating the environment on safari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g38007d67945_0_1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8007d67945_0_1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8a906612cb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" name="Google Shape;48;g38a906612cb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" name="Google Shape;49;g38a906612cb_0_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g38a906612cb_0_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38a906612cb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" name="Google Shape;52;g38a906612cb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" name="Google Shape;53;g38a906612cb_0_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Running &amp; Debugging Test</a:t>
            </a:r>
            <a:endParaRPr sz="7100"/>
          </a:p>
        </p:txBody>
      </p:sp>
      <p:sp>
        <p:nvSpPr>
          <p:cNvPr id="54" name="Google Shape;54;g38a906612cb_0_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npx playwright test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-&gt;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Runs all tests on all browser defined in playwright.config file in headless mode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npx playwright test –headed → runs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a headed mode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npx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playwright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test –project webkit → runs test on specified browser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npx playwright test –project webkit –project chromium → runs tests on multiple browsers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npx playwright test </a:t>
            </a:r>
            <a:r>
              <a:rPr lang="en-US" sz="2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landingpage.spec.ts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runs a single test file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npx playwright test tests/landpage/ tests/loginpage/ → run set of files from different directories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npx playwright test landing login → runs the files that have landing or login name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npx playwright test -g “title” → run test with a specific title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npx playwright test –last-failed → run only the test that was failed in lastrun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8a906612cb_0_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8a906612cb_0_0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/>
        </p:nvSpPr>
        <p:spPr>
          <a:xfrm>
            <a:off x="0" y="6318250"/>
            <a:ext cx="121920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" name="Google Shape;62;p2"/>
          <p:cNvCxnSpPr/>
          <p:nvPr/>
        </p:nvCxnSpPr>
        <p:spPr>
          <a:xfrm>
            <a:off x="1193800" y="1738312"/>
            <a:ext cx="9966325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" name="Google Shape;63;p2"/>
          <p:cNvSpPr txBox="1"/>
          <p:nvPr/>
        </p:nvSpPr>
        <p:spPr>
          <a:xfrm>
            <a:off x="10728325" y="6405562"/>
            <a:ext cx="2174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0" y="6318250"/>
            <a:ext cx="121920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" name="Google Shape;66;p2"/>
          <p:cNvCxnSpPr/>
          <p:nvPr/>
        </p:nvCxnSpPr>
        <p:spPr>
          <a:xfrm>
            <a:off x="1193800" y="1738312"/>
            <a:ext cx="9966325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" name="Google Shape;67;p2"/>
          <p:cNvSpPr txBox="1"/>
          <p:nvPr>
            <p:ph idx="4294967295" type="title"/>
          </p:nvPr>
        </p:nvSpPr>
        <p:spPr>
          <a:xfrm>
            <a:off x="609600" y="285751"/>
            <a:ext cx="11582400" cy="131445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Playwright Overview</a:t>
            </a:r>
            <a:endParaRPr sz="7100"/>
          </a:p>
        </p:txBody>
      </p:sp>
      <p:sp>
        <p:nvSpPr>
          <p:cNvPr id="68" name="Google Shape;68;p2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Playwright is an open source framework developed by Microsoft for web automation.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handle Mobile browser , Web browser &amp; API’s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programming language support : JavaScript, TypeScript , Java , Python, C#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run script on all the browsers in headless &amp; headed mode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OS support Windows, MAC, Linux &amp; CI CD tools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10815637" y="6405562"/>
            <a:ext cx="1377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a906612cb_0_1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g38a906612cb_0_1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" name="Google Shape;77;g38a906612cb_0_13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8a906612cb_0_13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8a906612cb_0_1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g38a906612cb_0_1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" name="Google Shape;81;g38a906612cb_0_13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Running &amp; Debugging Test</a:t>
            </a:r>
            <a:endParaRPr sz="7100"/>
          </a:p>
        </p:txBody>
      </p:sp>
      <p:sp>
        <p:nvSpPr>
          <p:cNvPr id="82" name="Google Shape;82;g38a906612cb_0_13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npx playwright test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–debug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debug all tests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npx playwright test filename.ts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–debug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debug a specific file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npx playwright test filename.ts:10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–debug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debug a specific file from line number 10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Reports: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npx playwright show-report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8a906612cb_0_13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8a906612cb_0_13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a95c90f4a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g38a95c90f4a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" name="Google Shape;91;g38a95c90f4a_0_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8a95c90f4a_0_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8a95c90f4a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g38a95c90f4a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" name="Google Shape;95;g38a95c90f4a_0_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Trace View</a:t>
            </a:r>
            <a:endParaRPr sz="7100"/>
          </a:p>
        </p:txBody>
      </p:sp>
      <p:sp>
        <p:nvSpPr>
          <p:cNvPr id="96" name="Google Shape;96;g38a95c90f4a_0_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GUI tool which helps in analyze your test execution by viewing executed tests along with snapshots, timeline and other details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default value for trace is “on-first-retry” in </a:t>
            </a:r>
            <a:r>
              <a:rPr lang="en-US" sz="2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playwright.config.ts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&amp; other options are: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→ record a trace for each test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 → do not record a trace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on-first-retry → record a trace only when retrying a test for the first time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retain-on-failure → record a trace for each test, but remove it from successful test run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npx playwright test –trace 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8a95c90f4a_0_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8a95c90f4a_0_0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a95c90f4a_0_1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g38a95c90f4a_0_1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g38a95c90f4a_0_13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8a95c90f4a_0_13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8a95c90f4a_0_1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g38a95c90f4a_0_1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" name="Google Shape;109;g38a95c90f4a_0_13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Create Playwright Test</a:t>
            </a:r>
            <a:endParaRPr sz="7100"/>
          </a:p>
        </p:txBody>
      </p:sp>
      <p:sp>
        <p:nvSpPr>
          <p:cNvPr id="110" name="Google Shape;110;g38a95c90f4a_0_13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Steps: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new spec file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playwright module to our script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test function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lphaLcPeriod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playwright provides a test function to declare tests &amp; expect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assertions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5444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Calibri"/>
              <a:buAutoNum type="alphaLcPeriod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test(‘title of the test’, </a:t>
            </a: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()=&gt;{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Anonymous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arrow function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8a95c90f4a_0_13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8a95c90f4a_0_13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0e0de995e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g380e0de995e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g380e0de995e_0_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80e0de995e_0_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80e0de995e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" name="Google Shape;122;g380e0de995e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g380e0de995e_0_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Playwright Locators</a:t>
            </a:r>
            <a:endParaRPr sz="7100"/>
          </a:p>
        </p:txBody>
      </p:sp>
      <p:sp>
        <p:nvSpPr>
          <p:cNvPr id="124" name="Google Shape;124;g380e0de995e_0_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page.locator(‘#id’) → identify an element using its ID property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page.locator(‘tagname’) → identify an element using its Tagname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page.locator(‘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classname’) → identify an element using its classname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page.locator(‘[attribute=”value”]’) → identify using its attribute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page.locator(‘#id.classnametagname’) → combining multiple locators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page.locator(‘xpath=”value”) → identify using its xpath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page.locator(‘:text(“desiredtext”)’) → identify using some portion of text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page.locator(‘:has-text(“desired text”)’) →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using some portion of text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page.locator(‘:text-is(“exact text”)’) → identify using exact text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80e0de995e_0_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80e0de995e_0_0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a95c90f4a_0_26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g38a95c90f4a_0_26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" name="Google Shape;133;g38a95c90f4a_0_26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8a95c90f4a_0_26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8a95c90f4a_0_26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" name="Google Shape;136;g38a95c90f4a_0_26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" name="Google Shape;137;g38a95c90f4a_0_26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Create Playwright Test</a:t>
            </a:r>
            <a:endParaRPr sz="7100"/>
          </a:p>
        </p:txBody>
      </p:sp>
      <p:sp>
        <p:nvSpPr>
          <p:cNvPr id="138" name="Google Shape;138;g38a95c90f4a_0_26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Playwright has multiple fixtures →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Page is one among those fixtures used to interact with the webpage, using this fixture object we can write further code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Promise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Is a type of a javascript method than can return results as success or failed, it has a timeout on the execution &amp; promise can wait for the successful execution . to make script run we need to make promise to wait until its gone get the result for which we need to use await . Whenever we used await then that function should be of asynchronous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all the playwright methods with promise as response type we need to use await in front of that command .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8a95c90f4a_0_26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8a95c90f4a_0_26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0e0de995e_0_1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g380e0de995e_0_1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7" name="Google Shape;147;g380e0de995e_0_13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80e0de995e_0_13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80e0de995e_0_1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g380e0de995e_0_1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" name="Google Shape;151;g380e0de995e_0_13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Playwright Locators</a:t>
            </a:r>
            <a:endParaRPr sz="7100"/>
          </a:p>
        </p:txBody>
      </p:sp>
      <p:sp>
        <p:nvSpPr>
          <p:cNvPr id="152" name="Google Shape;152;g380e0de995e_0_13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page.getByRole()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page.getByAltText()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page.getByLabel()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page.getByPlaceholder()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page.getByText()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page.getByTitle()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page.getByTestId()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80e0de995e_0_13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80e0de995e_0_13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1149ad23f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g381149ad23f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g381149ad23f_0_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81149ad23f_0_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81149ad23f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g381149ad23f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5" name="Google Shape;165;g381149ad23f_0_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Playwright CSS Locator</a:t>
            </a:r>
            <a:endParaRPr sz="7100"/>
          </a:p>
        </p:txBody>
      </p:sp>
      <p:sp>
        <p:nvSpPr>
          <p:cNvPr id="166" name="Google Shape;166;g381149ad23f_0_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page.locator(‘css=attr’).action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Playwright also adds custom classes like: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:visible → matching elements that are visible on a page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:has-text →</a:t>
            </a:r>
            <a:r>
              <a:rPr lang="en-US" sz="22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Matches elements containing the specified text. </a:t>
            </a:r>
            <a:r>
              <a:rPr lang="en-US" sz="22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Matching is case-insensitive, trims whitespace, and searches for a substring</a:t>
            </a:r>
            <a:endParaRPr sz="2200">
              <a:solidFill>
                <a:srgbClr val="001D35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683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n-US" sz="22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:text-is → smallest element with exact text, requires full string, case </a:t>
            </a:r>
            <a:r>
              <a:rPr lang="en-US" sz="22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sensitive</a:t>
            </a:r>
            <a:r>
              <a:rPr lang="en-US" sz="22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&amp; trims white spaces</a:t>
            </a:r>
            <a:endParaRPr sz="2200">
              <a:solidFill>
                <a:srgbClr val="001D35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683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2200"/>
              <a:buFont typeface="Calibri"/>
              <a:buChar char="○"/>
            </a:pPr>
            <a:r>
              <a:rPr lang="en-US" sz="22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:text → almost like substring </a:t>
            </a:r>
            <a:r>
              <a:rPr lang="en-US" sz="22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case-insensitive, trims whitespace, and searches for a substring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:has → </a:t>
            </a:r>
            <a:r>
              <a:rPr lang="en-US" sz="22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Matches elements that contain a descendant matching the provided selector.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:is → </a:t>
            </a:r>
            <a:r>
              <a:rPr lang="en-US" sz="22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Matches elements that match any of the provided selectors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:nth-match → </a:t>
            </a:r>
            <a:r>
              <a:rPr lang="en-US" sz="22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Matches the nth element (0-indexed) among those matching the selector.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81149ad23f_0_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81149ad23f_0_0"/>
          <p:cNvSpPr txBox="1"/>
          <p:nvPr/>
        </p:nvSpPr>
        <p:spPr>
          <a:xfrm>
            <a:off x="0" y="644652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14cd36cce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" name="Google Shape;174;g3814cd36cce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5" name="Google Shape;175;g3814cd36cce_0_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814cd36cce_0_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814cd36cce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g3814cd36cce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9" name="Google Shape;179;g3814cd36cce_0_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Playwright Locators</a:t>
            </a:r>
            <a:endParaRPr sz="7100"/>
          </a:p>
        </p:txBody>
      </p:sp>
      <p:sp>
        <p:nvSpPr>
          <p:cNvPr id="180" name="Google Shape;180;g3814cd36cce_0_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//htmltagname[@attributtype=”attribute value”]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 Element: How to identify a parent web element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page.locator(‘parent tagname’, {child attribute}).further child attributes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⦿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hild Element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identify a child web element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›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page.locator(‘parent tagname desired object tag desire locator)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5444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Calibri"/>
              <a:buChar char="›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page.locator(‘parent tagname’).locator(‘child locator).action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5444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Calibri"/>
              <a:buChar char="›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also use above syntax &amp; getByRole or any other options too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814cd36cce_0_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814cd36cce_0_0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14cd36cce_0_17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g3814cd36cce_0_17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g3814cd36cce_0_17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814cd36cce_0_17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814cd36cce_0_17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g3814cd36cce_0_17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3" name="Google Shape;193;g3814cd36cce_0_17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How to Record Test</a:t>
            </a:r>
            <a:endParaRPr sz="7100"/>
          </a:p>
        </p:txBody>
      </p:sp>
      <p:sp>
        <p:nvSpPr>
          <p:cNvPr id="194" name="Google Shape;194;g3814cd36cce_0_17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VSCode Extension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○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Playwright → Record New button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Codegen →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Playwright comed with a tool codegen used to record test and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test scripts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npx playwright codegen –help → complete details it will display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814cd36cce_0_17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814cd36cce_0_17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14cd36cce_0_3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g3814cd36cce_0_3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3" name="Google Shape;203;g3814cd36cce_0_3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814cd36cce_0_3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814cd36cce_0_3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g3814cd36cce_0_3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7" name="Google Shape;207;g3814cd36cce_0_3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Hooks,Groups , Tags</a:t>
            </a:r>
            <a:endParaRPr sz="7100"/>
          </a:p>
        </p:txBody>
      </p:sp>
      <p:sp>
        <p:nvSpPr>
          <p:cNvPr id="208" name="Google Shape;208;g3814cd36cce_0_3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beforeEach : will execute content before each and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test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beforeAll : If we want to run some content before all tests, avoid this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afterEach :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execute content after each and every test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afterAll: want to run some content after all tests,  avoid this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describe : group of tests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814cd36cce_0_3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814cd36cce_0_30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14cd36cce_0_4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g3814cd36cce_0_4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7" name="Google Shape;217;g3814cd36cce_0_43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814cd36cce_0_43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814cd36cce_0_4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g3814cd36cce_0_4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1" name="Google Shape;221;g3814cd36cce_0_43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Assertions</a:t>
            </a:r>
            <a:endParaRPr sz="7100"/>
          </a:p>
        </p:txBody>
      </p:sp>
      <p:sp>
        <p:nvSpPr>
          <p:cNvPr id="222" name="Google Shape;222;g3814cd36cce_0_43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Playwright will do verifications on the browser using this assertions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Playwright uses expect library for test assertions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Playwright has General assertions(will not wait for any element) &amp; locator assertions(will wait for 5 seconds for an element)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Playwright has hard &amp; soft assertions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 : will fail and stop the execution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5444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 : execution will not stop but it will mark test as failed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814cd36cce_0_43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814cd36cce_0_43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14cd36cce_0_56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" name="Google Shape;230;g3814cd36cce_0_56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1" name="Google Shape;231;g3814cd36cce_0_56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814cd36cce_0_56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814cd36cce_0_56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g3814cd36cce_0_56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5" name="Google Shape;235;g3814cd36cce_0_56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Assertions</a:t>
            </a:r>
            <a:endParaRPr sz="7100"/>
          </a:p>
        </p:txBody>
      </p:sp>
      <p:sp>
        <p:nvSpPr>
          <p:cNvPr id="236" name="Google Shape;236;g3814cd36cce_0_56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URL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Title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Present/ Not Present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Visible/Hidden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matches with a value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 Attribute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814cd36cce_0_56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814cd36cce_0_56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6650f27645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g36650f27645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5" name="Google Shape;245;g36650f27645_0_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6650f27645_0_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6650f27645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g36650f27645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9" name="Google Shape;249;g36650f27645_0_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Dropdown</a:t>
            </a:r>
            <a:endParaRPr sz="7100"/>
          </a:p>
        </p:txBody>
      </p:sp>
      <p:sp>
        <p:nvSpPr>
          <p:cNvPr id="250" name="Google Shape;250;g36650f27645_0_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await page.getBylabel(‘’).selectOption(‘desired text for the option’)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await page.getByRole(‘option’)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.selectOption(‘desired option’) → option tags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await page.getBylabel(‘’).selectOption({value: ‘value’})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await page.getBylabel(‘’).selectOption({index: n})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6650f27645_0_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6650f27645_0_0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3dcbd80db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g383dcbd80db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9" name="Google Shape;259;g383dcbd80db_0_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83dcbd80db_0_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83dcbd80db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2" name="Google Shape;262;g383dcbd80db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3" name="Google Shape;263;g383dcbd80db_0_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Playwright Config file</a:t>
            </a:r>
            <a:endParaRPr sz="7100"/>
          </a:p>
        </p:txBody>
      </p:sp>
      <p:sp>
        <p:nvSpPr>
          <p:cNvPr id="264" name="Google Shape;264;g383dcbd80db_0_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your test cases will be executed like timeouts , video capturing , retry mechanism etc which is a global level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have to import playwright tests &amp; starting with defineconfig which has default configuration whenever project is created which we can customise as per our needs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use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we will specify baseURL &amp; trace information which is shared settings for all the projects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sections → It will run tests in multiple configurations or on multiple browsers like a project for chrome , mobile browser &amp; environment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83dcbd80db_0_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83dcbd80db_0_0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8466528e39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g38466528e39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3" name="Google Shape;273;g38466528e39_0_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8466528e39_0_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8466528e39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g38466528e39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7" name="Google Shape;277;g38466528e39_0_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Playwright Allure Report</a:t>
            </a:r>
            <a:endParaRPr sz="7100"/>
          </a:p>
        </p:txBody>
      </p:sp>
      <p:sp>
        <p:nvSpPr>
          <p:cNvPr id="278" name="Google Shape;278;g38466528e39_0_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 allure-playwright: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npm install -D allure-playwright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›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verify package.json whether allure-playwright is added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default it will generate html files from which we need to generate our report &amp; then open the report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8466528e39_0_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8466528e39_0_0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8bc8cd5eff_0_4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g38bc8cd5eff_0_4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7" name="Google Shape;287;g38bc8cd5eff_0_4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8bc8cd5eff_0_4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8bc8cd5eff_0_4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g38bc8cd5eff_0_4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1" name="Google Shape;291;g38bc8cd5eff_0_4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Playwright MCP</a:t>
            </a:r>
            <a:endParaRPr sz="7100"/>
          </a:p>
        </p:txBody>
      </p:sp>
      <p:sp>
        <p:nvSpPr>
          <p:cNvPr id="292" name="Google Shape;292;g38bc8cd5eff_0_4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MCP (Model Context Protocol) server provides browser automation capability using Playwright .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MCP enabled LLM’s to interact with web pages .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a bridge between LLM &amp; Playwright framework. On high level LLM can run Playwright framework which interacts with the browser &amp; perform various operations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→ Large Language Model → Claude , ChatGPT, Gemini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Prompts → how we are asking google desired information the same way , here prompts means AI tools will provide the response for the prompts which we are providing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8bc8cd5eff_0_4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8bc8cd5eff_0_4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8bc8cd5eff_0_21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g38bc8cd5eff_0_21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1" name="Google Shape;301;g38bc8cd5eff_0_21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8bc8cd5eff_0_21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8bc8cd5eff_0_21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" name="Google Shape;304;g38bc8cd5eff_0_21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5" name="Google Shape;305;g38bc8cd5eff_0_21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Playwright MCP</a:t>
            </a:r>
            <a:endParaRPr sz="7100"/>
          </a:p>
        </p:txBody>
      </p:sp>
      <p:sp>
        <p:nvSpPr>
          <p:cNvPr id="306" name="Google Shape;306;g38bc8cd5eff_0_21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→ Large Language Model → That’s a system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trained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huge data from the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Whenever we prompt something to LLM based on the data within the LLM it will respond , simply LLM will respond to all our queries . For example: Rephrasing sentences , Drafting emails , reviewing code , generating code , creating manual test cases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Depending on the tool we are using it supports various features like reading images, generating images, create videos etc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8bc8cd5eff_0_21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8bc8cd5eff_0_21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8bc8cd5eff_0_34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g38bc8cd5eff_0_34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5" name="Google Shape;315;g38bc8cd5eff_0_34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8bc8cd5eff_0_34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8bc8cd5eff_0_34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g38bc8cd5eff_0_34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9" name="Google Shape;319;g38bc8cd5eff_0_34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Playwright MCP</a:t>
            </a:r>
            <a:endParaRPr sz="7100"/>
          </a:p>
        </p:txBody>
      </p:sp>
      <p:sp>
        <p:nvSpPr>
          <p:cNvPr id="320" name="Google Shape;320;g38bc8cd5eff_0_34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8bc8cd5eff_0_34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MCP →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 + LLM → will execute the code whichever generated by LLM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 → This takes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an LLM &amp; performs real world tasks using external tools, this is a medium between LLM &amp; MCP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have different MCP’s depending on the need we will pick those MCP’s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8bc8cd5eff_0_34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8bc8cd5eff_0_47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" name="Google Shape;328;g38bc8cd5eff_0_47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9" name="Google Shape;329;g38bc8cd5eff_0_47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8bc8cd5eff_0_47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8bc8cd5eff_0_47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g38bc8cd5eff_0_47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3" name="Google Shape;333;g38bc8cd5eff_0_47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Playwright MCP</a:t>
            </a:r>
            <a:endParaRPr sz="7100"/>
          </a:p>
        </p:txBody>
      </p:sp>
      <p:sp>
        <p:nvSpPr>
          <p:cNvPr id="334" name="Google Shape;334;g38bc8cd5eff_0_47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8bc8cd5eff_0_47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Pre-requisites: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Copilot Extension → we have already installed &amp; used in previous sessions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Playwright MCP server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Official website → choose install Server VS Code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VSCode → Extensions → MCP Server → Browse MCP Servers → Search for Playwright → Install in VSCode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8bc8cd5eff_0_47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8bc8cd5eff_0_6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g38bc8cd5eff_0_6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3" name="Google Shape;343;g38bc8cd5eff_0_6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8bc8cd5eff_0_6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8bc8cd5eff_0_6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g38bc8cd5eff_0_6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7" name="Google Shape;347;g38bc8cd5eff_0_6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Playwright Agents</a:t>
            </a:r>
            <a:endParaRPr sz="7100"/>
          </a:p>
        </p:txBody>
      </p:sp>
      <p:sp>
        <p:nvSpPr>
          <p:cNvPr id="348" name="Google Shape;348;g38bc8cd5eff_0_6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8bc8cd5eff_0_6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Playwright comes with 3 agents: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Planner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explores the app and produces a markdown testplan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Generator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transforms the markdown plan into playwright test files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Healer –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executes test suites &amp; automatically repairs failing tests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use these agents independently , sequentially or as chained calls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trigger below command in terminal: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npx playwright init-agents --loop=vscode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8bc8cd5eff_0_60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85f0bfe91f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" name="Google Shape;356;g385f0bfe91f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7" name="Google Shape;357;g385f0bfe91f_0_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85f0bfe91f_0_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85f0bfe91f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0" name="Google Shape;360;g385f0bfe91f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1" name="Google Shape;361;g385f0bfe91f_0_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Playwright API</a:t>
            </a:r>
            <a:endParaRPr sz="7100"/>
          </a:p>
        </p:txBody>
      </p:sp>
      <p:sp>
        <p:nvSpPr>
          <p:cNvPr id="362" name="Google Shape;362;g385f0bfe91f_0_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85f0bfe91f_0_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get: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request.get(‘api url’);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 for post: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request.post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(‘url’, {headers:{}, data: {} , cookies: {} });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85f0bfe91f_0_0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85f0bfe91f_0_1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g385f0bfe91f_0_1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1" name="Google Shape;371;g385f0bfe91f_0_13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85f0bfe91f_0_13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85f0bfe91f_0_1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g385f0bfe91f_0_1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5" name="Google Shape;375;g385f0bfe91f_0_13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GIT</a:t>
            </a:r>
            <a:endParaRPr sz="7100"/>
          </a:p>
        </p:txBody>
      </p:sp>
      <p:sp>
        <p:nvSpPr>
          <p:cNvPr id="376" name="Google Shape;376;g385f0bfe91f_0_13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85f0bfe91f_0_13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 :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Robust framework for managing code changes &amp; maintains reliable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your projects code base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 enables us to work on multiple branches &amp; once tasks completed we can merge to master branch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Its a web based platform that provides hosting for GIT repositories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1D35"/>
                </a:solidFill>
                <a:highlight>
                  <a:srgbClr val="E5EDFF"/>
                </a:highlight>
                <a:latin typeface="Calibri"/>
                <a:ea typeface="Calibri"/>
                <a:cs typeface="Calibri"/>
                <a:sym typeface="Calibri"/>
              </a:rPr>
              <a:t>git init: </a:t>
            </a:r>
            <a:r>
              <a:rPr lang="en-US" sz="2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command is used to create a new Git repository.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85f0bfe91f_0_13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85f0bfe91f_0_27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4" name="Google Shape;384;g385f0bfe91f_0_27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5" name="Google Shape;385;g385f0bfe91f_0_27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85f0bfe91f_0_27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85f0bfe91f_0_27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" name="Google Shape;388;g385f0bfe91f_0_27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9" name="Google Shape;389;g385f0bfe91f_0_27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GitHub Actions</a:t>
            </a:r>
            <a:endParaRPr sz="7100"/>
          </a:p>
        </p:txBody>
      </p:sp>
      <p:sp>
        <p:nvSpPr>
          <p:cNvPr id="390" name="Google Shape;390;g385f0bfe91f_0_27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85f0bfe91f_0_27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Actions: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integration and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delivery platform integrated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directly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within Github. It enables you to automate various stages of your software development workflows. We can create workflows that builds &amp; tests every PR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Workflows: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These are automated processes defined in YAML files within your github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repository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&amp; will be triggered by specific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events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such as pushing code , opening a pull request or creating an issue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Jobs: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workflow consists of one or more jobs, which can run in parallel or sequentially . Each job executes within a fresh VM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within each job , a sequence of steps defined the actions to be performed, these steps includes executing scripts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85f0bfe91f_0_27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85f0bfe91f_0_4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8" name="Google Shape;398;g385f0bfe91f_0_4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9" name="Google Shape;399;g385f0bfe91f_0_4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85f0bfe91f_0_4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85f0bfe91f_0_4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" name="Google Shape;402;g385f0bfe91f_0_4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3" name="Google Shape;403;g385f0bfe91f_0_4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GitHub Actions</a:t>
            </a:r>
            <a:endParaRPr sz="7100"/>
          </a:p>
        </p:txBody>
      </p:sp>
      <p:sp>
        <p:nvSpPr>
          <p:cNvPr id="404" name="Google Shape;404;g385f0bfe91f_0_4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Purpose of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Actions &amp; Jenkins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are CI/CD tools allows us to automate the SDLC process but they differ in their approach and its features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Yaml file mandatory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We must create an YAML file to define our workflow configuration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YAML is used to create configuration files &amp; its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easy to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Playwright.yaml contains when the workflow should run , the environment &amp;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series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steps to execute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85f0bfe91f_0_4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85f0bfe91f_0_40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2_Verve">
  <a:themeElements>
    <a:clrScheme name="Verve">
      <a:dk1>
        <a:srgbClr val="000000"/>
      </a:dk1>
      <a:lt1>
        <a:srgbClr val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2017-11-16T09:54:24Z</dcterms:created>
  <dc:creator>vkandukuri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3" name="KSOProductBuildVer">
    <vt:lpstr>1033-8.1.0.3375</vt:lpstr>
  </property>
</Properties>
</file>